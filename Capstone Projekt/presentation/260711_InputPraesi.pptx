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23009D-FC04-1BBE-7022-C1F429AB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53E9DB-0264-B06A-85E2-1E5BCFAFB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284016-DA2A-4B38-BC50-A52FC090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99ABE5-838B-8887-E6E1-73F182D0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88E417-6628-43AD-1317-098AC14E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8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E5049-0663-93F4-B962-3061F126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D789E5-B652-50E1-9B3F-C096F182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423DA8-4DBC-1CFB-C0C4-6D1FC278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9A6785-0532-0273-57F3-ACE68718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81DC68-8C33-E18D-25A8-321D02FF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28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4E34C1-829A-15CB-3491-BE3EB42E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304156-3AEF-5307-530D-9F2E2AD5E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4287E7-7D3C-25E3-5510-F78526A8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136539-61BE-700D-6131-F4FF61CC6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0F84E5-AB96-620D-73FC-28D1FA487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60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90AE4-8EB9-E96D-29A9-6A03A494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0B09F7-446C-CEA0-3F4B-DD6C0502D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1329EF-161F-2377-F7A2-BF6FA86E3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A4CB2B-9A72-036E-DF55-D765C601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2FB59C-B93F-A0F3-A4D8-E62DC77C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3134-1C6F-F5C6-91D0-25553304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12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432C1-53F6-93FC-83AD-72FD554BF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A54ECA-1CEF-C278-82AB-8D696BDD2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7243B8-0121-D001-A261-FD6DB1A53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0BDB88-7A13-312A-1FB2-3C4A0D720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DDFDDC-5D19-3042-10DE-F47F0F8B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E5852B-79C4-6ACE-45A9-B4A49D04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088584C-6513-47BE-6D61-85BBE81F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39106A6-6C48-AE5B-2F14-BA8BBE98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551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76847-486C-61C7-51B4-AA432D88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F54BFFA-BF84-D753-5B04-83C10E62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0227DB-E463-C61C-50C1-FA96853F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BE91FD-3EC0-5881-F7A1-ECF0B822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48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7EDA0D-2F87-317C-61E3-9DD0276A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905970-41E8-973C-9C57-7F7461BF4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862368-DFC1-D022-91C6-3E70ED37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66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96E7D0-E11A-324A-7B35-58EB5DF2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51AB5-CC92-F1E2-8213-F45864F3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5A6180-3899-1DFF-5092-280E1FB19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8888EA-54B7-A592-B696-BBF6081E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B73C55-4507-32BA-AF2C-75CAABBF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19DE90-B04D-393A-9B69-8B2A7E8E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15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89009-4999-CB64-B81D-04D0DBA7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5860D9-32F7-63E7-48FA-93AD5818A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360404-E2A6-BF3E-7407-F5846F5BD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E67ED7-941F-FDB4-B00C-C9EC4B5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271956-896A-9339-8137-0E6E504E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0A29EE-F5B4-3425-636C-C9C629F3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44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8194B1-3C1D-71BE-AC61-916793F5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A4EC9D-B4A4-B863-916B-FCC9FBB1B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9E3DA1-19B7-BB52-18C3-C3213F31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A5FFDA-8F62-4C6C-B2B3-87BBD3224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9053E8-A140-BCAB-3701-20F62B94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2008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83AEA2C-5303-D66A-8AD9-ADF277C49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8BD184-57E8-45B1-3F45-3BD054E36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3B5DF9-832F-364D-EF87-1F4C008F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569C32-A562-0857-C533-C33471E6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26D769-7CAB-3523-A0F5-2F87D28B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538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0FADA6-11D8-86D0-E8BE-5A6C8EF2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2A2E6F-9B07-A81B-23C7-FB2A8C759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4A17BF-FF25-F896-AE73-EC6ADEE5D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76D12-FF26-4934-A4F9-5A2A642F339F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2B0B3-4476-4799-1E19-0DD2B4DC7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181838-E2C6-8D17-130B-94E9A4311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420B1-AE43-43BA-A78C-7914CB0D8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366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5B2A760-C0DA-4A60-8710-2D77BC18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8" y="1444099"/>
            <a:ext cx="6872288" cy="4733232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4B5C7DD0-3546-9DB9-68C1-D03398AA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Grenzwerte – WHO Air Quality Guidelines</a:t>
            </a:r>
          </a:p>
        </p:txBody>
      </p:sp>
    </p:spTree>
    <p:extLst>
      <p:ext uri="{BB962C8B-B14F-4D97-AF65-F5344CB8AC3E}">
        <p14:creationId xmlns:p14="http://schemas.microsoft.com/office/powerpoint/2010/main" val="2389352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27E48-6976-9156-C167-9C5DC1F7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statistics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FB761B-50B3-0A45-B631-34E024BF1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687" y="1492250"/>
            <a:ext cx="50006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92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Grenzwerte – WHO Air Quality Guidelines</vt:lpstr>
      <vt:lpstr>Dataset statistics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Bettina Gertjerenken</dc:creator>
  <cp:lastModifiedBy>Bettina Gertjerenken</cp:lastModifiedBy>
  <cp:revision>4</cp:revision>
  <dcterms:created xsi:type="dcterms:W3CDTF">2026-07-11T12:09:31Z</dcterms:created>
  <dcterms:modified xsi:type="dcterms:W3CDTF">2026-07-11T12:41:47Z</dcterms:modified>
</cp:coreProperties>
</file>